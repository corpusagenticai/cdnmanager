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6473952"/>
            <a:ext cx="11430000" cy="9144"/>
          </a:xfrm>
          <a:prstGeom prst="rect">
            <a:avLst/>
          </a:prstGeom>
          <a:solidFill>
            <a:srgbClr val="145E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528816"/>
            <a:ext cx="84124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99F6E4"/>
                </a:solidFill>
                <a:latin typeface="Calibri"/>
              </a:rPr>
              <a:t>CDN Manager  ·  Executive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528816"/>
            <a:ext cx="12344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99F6E4"/>
                </a:solidFill>
                <a:latin typeface="Calibri"/>
              </a:rPr>
              <a:t>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5EEAD4"/>
                </a:solidFill>
                <a:latin typeface="Calibri"/>
              </a:rPr>
              <a:t>CORPUS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5200" b="1">
                <a:solidFill>
                  <a:srgbClr val="FFFFFF"/>
                </a:solidFill>
                <a:latin typeface="Calibri"/>
              </a:rPr>
              <a:t>CDN Manager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514600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0">
                <a:solidFill>
                  <a:srgbClr val="99F6E4"/>
                </a:solidFill>
                <a:latin typeface="Calibri"/>
              </a:rPr>
              <a:t>Executive briefing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00400"/>
            <a:ext cx="96012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CBD5E1"/>
                </a:solidFill>
                <a:latin typeface="Calibri"/>
              </a:rPr>
              <a:t>Health, failover, placement, cache, capacity, and usage.</a:t>
            </a:r>
          </a:p>
          <a:p>
            <a:pPr algn="l">
              <a:spcAft>
                <a:spcPts val="0"/>
              </a:spcAft>
            </a:pPr>
            <a:r>
              <a:rPr sz="1800" b="0">
                <a:solidFill>
                  <a:srgbClr val="CBD5E1"/>
                </a:solidFill>
                <a:latin typeface="Calibri"/>
              </a:rPr>
              <a:t>Every console screen is included. Figures are the live preview, 8 October 2026.</a:t>
            </a:r>
          </a:p>
          <a:p>
            <a:pPr algn="l">
              <a:spcAft>
                <a:spcPts val="0"/>
              </a:spcAft>
            </a:pPr>
            <a:r>
              <a:rPr sz="1800" b="0">
                <a:solidFill>
                  <a:srgbClr val="CBD5E1"/>
                </a:solidFill>
                <a:latin typeface="Calibri"/>
              </a:rPr>
              <a:t>They are not a production invoice.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7607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94A3B8"/>
                </a:solidFill>
                <a:latin typeface="Calibri"/>
              </a:rPr>
              <a:t>For leadership, NOC, franchisee operations, and finance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6473952"/>
            <a:ext cx="114300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528816"/>
            <a:ext cx="84124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CDN Manager  ·  Executive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528816"/>
            <a:ext cx="12344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7744"/>
            <a:ext cx="109728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766E"/>
                </a:solidFill>
                <a:latin typeface="Calibri"/>
              </a:rPr>
              <a:t>THE BRIEFING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7200"/>
            <a:ext cx="109728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F172A"/>
                </a:solidFill>
                <a:latin typeface="Calibri"/>
              </a:rPr>
              <a:t>Six decisions the console supports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234440"/>
            <a:ext cx="3703320" cy="22402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1234440"/>
            <a:ext cx="73152" cy="224028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" y="1435608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F172A"/>
                </a:solidFill>
                <a:latin typeface="Calibri"/>
              </a:rPr>
              <a:t>Is the estate healthy?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" y="2148840"/>
            <a:ext cx="32918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475569"/>
                </a:solidFill>
                <a:latin typeface="Calibri"/>
              </a:rPr>
              <a:t>Overview quotes hit ratio, bandwidth saved, traffic, availability, and the open alert.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1234440"/>
            <a:ext cx="3703320" cy="22402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1234440"/>
            <a:ext cx="73152" cy="224028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17136" y="1435608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F172A"/>
                </a:solidFill>
                <a:latin typeface="Calibri"/>
              </a:rPr>
              <a:t>Which origin is in use?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17136" y="2148840"/>
            <a:ext cx="32918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475569"/>
                </a:solidFill>
                <a:latin typeface="Calibri"/>
              </a:rPr>
              <a:t>A primary and a secondary. The active origin changes when the primary fails.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83880" y="1234440"/>
            <a:ext cx="3703320" cy="22402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83880" y="1234440"/>
            <a:ext cx="73152" cy="224028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03336" y="1435608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F172A"/>
                </a:solidFill>
                <a:latin typeface="Calibri"/>
              </a:rPr>
              <a:t>Which edge serves this viewer?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03336" y="2148840"/>
            <a:ext cx="32918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475569"/>
                </a:solidFill>
                <a:latin typeface="Calibri"/>
              </a:rPr>
              <a:t>An IP range, region, network, or subscriber prefix names one edge.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3657600"/>
            <a:ext cx="3703320" cy="22402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1480" y="3657600"/>
            <a:ext cx="73152" cy="224028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" y="3858768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F172A"/>
                </a:solidFill>
                <a:latin typeface="Calibri"/>
              </a:rPr>
              <a:t>Is popular content close to them?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" y="4572000"/>
            <a:ext cx="32918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475569"/>
                </a:solidFill>
                <a:latin typeface="Calibri"/>
              </a:rPr>
              <a:t>Channels name the streams. Cache can pre-position a title or purge a stale one.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7680" y="3657600"/>
            <a:ext cx="3703320" cy="22402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97680" y="3657600"/>
            <a:ext cx="73152" cy="224028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17136" y="3858768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F172A"/>
                </a:solidFill>
                <a:latin typeface="Calibri"/>
              </a:rPr>
              <a:t>Where is capacity short?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17136" y="4572000"/>
            <a:ext cx="32918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475569"/>
                </a:solidFill>
                <a:latin typeface="Calibri"/>
              </a:rPr>
              <a:t>Current, peak, and projected load against the link. One edge is already marked.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83880" y="3657600"/>
            <a:ext cx="3703320" cy="22402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83880" y="3657600"/>
            <a:ext cx="73152" cy="224028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03336" y="3858768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F172A"/>
                </a:solidFill>
                <a:latin typeface="Calibri"/>
              </a:rPr>
              <a:t>What can finance close?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03336" y="4572000"/>
            <a:ext cx="32918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475569"/>
                </a:solidFill>
                <a:latin typeface="Calibri"/>
              </a:rPr>
              <a:t>Body bytes by hour. A gap stays visible. An adjustment never rewrites the hour.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6473952"/>
            <a:ext cx="114300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528816"/>
            <a:ext cx="84124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CDN Manager  ·  Executive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528816"/>
            <a:ext cx="12344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182880"/>
            <a:ext cx="397763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F766E"/>
                </a:solidFill>
                <a:latin typeface="Calibri"/>
              </a:rPr>
              <a:t>OPERATING PICTURE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384048"/>
            <a:ext cx="40233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0F172A"/>
                </a:solidFill>
                <a:latin typeface="Calibri"/>
              </a:rPr>
              <a:t>Quote these tiles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1417320"/>
            <a:ext cx="402336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 90% cache hit and 90% bandwidth saved. 339.1 GB kept off the origin path.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 5,315.29 Mbps on the CDN, peak 5.92 Gbps, origin fill 812.12 Mbps.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 Edges 66.7% available because edge-blr-01 is offline. Origins 100%.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 1,580 concurrent streams. South carries the edge traffic. Republic TV and Sun TV lead.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03420" y="178308"/>
            <a:ext cx="7315200" cy="458914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2-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201168"/>
            <a:ext cx="7269480" cy="454342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26280" y="4790313"/>
            <a:ext cx="7269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Live console  ·  8 October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6473952"/>
            <a:ext cx="114300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528816"/>
            <a:ext cx="84124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CDN Manager  ·  Executive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528816"/>
            <a:ext cx="12344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182880"/>
            <a:ext cx="397763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F766E"/>
                </a:solidFill>
                <a:latin typeface="Calibri"/>
              </a:rPr>
              <a:t>ESTATE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384048"/>
            <a:ext cx="40233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0F172A"/>
                </a:solidFill>
                <a:latin typeface="Calibri"/>
              </a:rPr>
              <a:t>Six of eight nodes are reporting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1417320"/>
            <a:ext cx="402336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 Online edges and origins are receiving telemetry now.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 edge-blr-01 is offline. That is the open major alert on Overview.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 A disabled node is refused on purpose.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 Partner-ISP edges appear in the same list as the operator’s own nodes.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03420" y="178308"/>
            <a:ext cx="7315200" cy="458914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3-no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201168"/>
            <a:ext cx="7269480" cy="454342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26280" y="4790313"/>
            <a:ext cx="7269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Live console  ·  8 October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6473952"/>
            <a:ext cx="114300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528816"/>
            <a:ext cx="84124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CDN Manager  ·  Executive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528816"/>
            <a:ext cx="12344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182880"/>
            <a:ext cx="397763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F766E"/>
                </a:solidFill>
                <a:latin typeface="Calibri"/>
              </a:rPr>
              <a:t>ONE EDGE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384048"/>
            <a:ext cx="40233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0F172A"/>
                </a:solidFill>
                <a:latin typeface="Calibri"/>
              </a:rPr>
              <a:t>Hyderabad is online and serving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1417320"/>
            <a:ext cx="402336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 edge-hyd-01 is online, nginx is up, and recent CPU is in a working range.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 This is the edge ACME South and the lab IP range are steered to.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 The yellow line is traffic. CPU is in Recent samples, about 25–55%.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 Disable is the control that stops the node reporting.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03420" y="178308"/>
            <a:ext cx="7315200" cy="458914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18-n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201168"/>
            <a:ext cx="7269480" cy="454342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26280" y="4790313"/>
            <a:ext cx="7269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Live console  ·  8 October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6473952"/>
            <a:ext cx="114300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528816"/>
            <a:ext cx="84124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CDN Manager  ·  Executive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528816"/>
            <a:ext cx="12344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182880"/>
            <a:ext cx="397763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F766E"/>
                </a:solidFill>
                <a:latin typeface="Calibri"/>
              </a:rPr>
              <a:t>CONTINUITY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384048"/>
            <a:ext cx="40233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0F172A"/>
                </a:solidFill>
                <a:latin typeface="Calibri"/>
              </a:rPr>
              <a:t>origin-a is active. origin-b is the spare.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1417320"/>
            <a:ext cx="402336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 Both origins are available, so viewers stay on the primary.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 If origin-a fails, the same card names origin-b and says traffic was redirected.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 The origin map gives that answer to middleware for 30 seconds.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 Save pair is an audited configuration change.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03420" y="178308"/>
            <a:ext cx="7315200" cy="458914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4-origi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201168"/>
            <a:ext cx="7269480" cy="454342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26280" y="4790313"/>
            <a:ext cx="7269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Live console  ·  8 October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6473952"/>
            <a:ext cx="114300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528816"/>
            <a:ext cx="84124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CDN Manager  ·  Executive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528816"/>
            <a:ext cx="12344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182880"/>
            <a:ext cx="397763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F766E"/>
                </a:solidFill>
                <a:latin typeface="Calibri"/>
              </a:rPr>
              <a:t>CATALOGUE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384048"/>
            <a:ext cx="40233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0F172A"/>
                </a:solidFill>
                <a:latin typeface="Calibri"/>
              </a:rPr>
              <a:t>One stream is still unnamed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1417320"/>
            <a:ext cx="402336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 Named channels are HLS live: 9XM, Colors, Republic TV, Star Sports 1, Sun TV.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 The amber box is 10.6 GB with no name. The traffic is kept, not dropped.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 Import records HLS or DASH, and live TV or VOD.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 Retire means that stream identity is finished and cannot be reused.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03420" y="178308"/>
            <a:ext cx="7315200" cy="458914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5-chann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201168"/>
            <a:ext cx="7269480" cy="454342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26280" y="4790313"/>
            <a:ext cx="7269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Live console  ·  8 October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6473952"/>
            <a:ext cx="114300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528816"/>
            <a:ext cx="84124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CDN Manager  ·  Executive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528816"/>
            <a:ext cx="12344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182880"/>
            <a:ext cx="397763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F766E"/>
                </a:solidFill>
                <a:latin typeface="Calibri"/>
              </a:rPr>
              <a:t>PLACEMENT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384048"/>
            <a:ext cx="40233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0F172A"/>
                </a:solidFill>
                <a:latin typeface="Calibri"/>
              </a:rPr>
              <a:t>The lab range already has an edge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1417320"/>
            <a:ext cx="402336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 203.0.113.0/24 goes to edge-hyd-01 ahead of the broader South rule.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 ACME South uses Hyderabad. Beta South and network 45820 use Vijayawada.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 Lowest priority number wins when two rules match.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 A franchisee sees only its own rules.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03420" y="178308"/>
            <a:ext cx="7315200" cy="458914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6-stee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201168"/>
            <a:ext cx="7269480" cy="454342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26280" y="4790313"/>
            <a:ext cx="7269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Live console  ·  8 October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6473952"/>
            <a:ext cx="114300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528816"/>
            <a:ext cx="84124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CDN Manager  ·  Executive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528816"/>
            <a:ext cx="12344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182880"/>
            <a:ext cx="397763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F766E"/>
                </a:solidFill>
                <a:latin typeface="Calibri"/>
              </a:rPr>
              <a:t>CACHE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384048"/>
            <a:ext cx="40233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0F172A"/>
                </a:solidFill>
                <a:latin typeface="Calibri"/>
              </a:rPr>
              <a:t>Fill before the peak. Purge what is stale.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1417320"/>
            <a:ext cx="402336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 The busy titles are Republic TV, Sun TV, 9XM, Colors, and Star Sports 1.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 Request fill places one of them on a chosen edge.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 Request purge covers a file, a channel, a group, or a whole cache.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 The console records the instruction. The node carries it out. Both are audited.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03420" y="178308"/>
            <a:ext cx="7315200" cy="458914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7-cach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201168"/>
            <a:ext cx="7269480" cy="454342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26280" y="4790313"/>
            <a:ext cx="7269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Live console  ·  8 October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6473952"/>
            <a:ext cx="114300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528816"/>
            <a:ext cx="84124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CDN Manager  ·  Executive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528816"/>
            <a:ext cx="12344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182880"/>
            <a:ext cx="397763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F766E"/>
                </a:solidFill>
                <a:latin typeface="Calibri"/>
              </a:rPr>
              <a:t>CAPACITY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384048"/>
            <a:ext cx="40233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0F172A"/>
                </a:solidFill>
                <a:latin typeface="Calibri"/>
              </a:rPr>
              <a:t>Vijayawada is the location to grow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1417320"/>
            <a:ext cx="402336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 edge-vja-01 is at 73.5% of a 1,000 Mbps link. The row says Add capacity.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 Hyderabad is at 52.1% of 10,000 Mbps and is within plan.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 Bengaluru shows zero because that edge is offline, not because demand is gone.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 Projected load is the recent peak plus 15 percent.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03420" y="178308"/>
            <a:ext cx="7315200" cy="458914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8-capac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201168"/>
            <a:ext cx="7269480" cy="454342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26280" y="4790313"/>
            <a:ext cx="7269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Live console  ·  8 October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6473952"/>
            <a:ext cx="114300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528816"/>
            <a:ext cx="84124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CDN Manager  ·  Executive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528816"/>
            <a:ext cx="12344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182880"/>
            <a:ext cx="397763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F766E"/>
                </a:solidFill>
                <a:latin typeface="Calibri"/>
              </a:rPr>
              <a:t>EXCEPTIONS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384048"/>
            <a:ext cx="40233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0F172A"/>
                </a:solidFill>
                <a:latin typeface="Calibri"/>
              </a:rPr>
              <a:t>An alert is a condition, not a ticket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1417320"/>
            <a:ext cx="402336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 The list keeps what is open and what has already closed.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 A missed node, a full cache, traffic at the link, and a failed origin are the conditions that matter.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 Acknowledge records who saw it. It does not repair the node.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 Billing staff do not acknowledge alerts.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03420" y="178308"/>
            <a:ext cx="7315200" cy="458914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9-ale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201168"/>
            <a:ext cx="7269480" cy="454342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26280" y="4790313"/>
            <a:ext cx="7269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Live console  ·  8 October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6473952"/>
            <a:ext cx="114300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528816"/>
            <a:ext cx="84124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CDN Manager  ·  Executive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528816"/>
            <a:ext cx="12344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182880"/>
            <a:ext cx="397763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F766E"/>
                </a:solidFill>
                <a:latin typeface="Calibri"/>
              </a:rPr>
              <a:t>PRIVACY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384048"/>
            <a:ext cx="40233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0F172A"/>
                </a:solidFill>
                <a:latin typeface="Calibri"/>
              </a:rPr>
              <a:t>Subscriber codes stay behind Resolve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1417320"/>
            <a:ext cx="402336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 Sessions show a channel, an edge, and a pseudonym. Not a subscriber code.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 One Republic TV session is registered and can be resolved. The other cannot.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 Only an account with subscriber data read, inside that franchisee, can open it.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 Every lookup is an audit line under that person’s name.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03420" y="178308"/>
            <a:ext cx="7315200" cy="458914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10-sess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201168"/>
            <a:ext cx="7269480" cy="454342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26280" y="4790313"/>
            <a:ext cx="7269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Live console  ·  8 October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6473952"/>
            <a:ext cx="114300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528816"/>
            <a:ext cx="84124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CDN Manager  ·  Executive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528816"/>
            <a:ext cx="12344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182880"/>
            <a:ext cx="397763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F766E"/>
                </a:solidFill>
                <a:latin typeface="Calibri"/>
              </a:rPr>
              <a:t>AUDIENCE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384048"/>
            <a:ext cx="40233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0F172A"/>
                </a:solidFill>
                <a:latin typeface="Calibri"/>
              </a:rPr>
              <a:t>339.1 GB saved, at a 90% hit ratio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1417320"/>
            <a:ext cx="402336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 That is the figure to quote from Reports for this capture.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 One stream is still unmapped.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 Republic TV and Sun TV share the top peak, 700.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 The estate count is Headend 2, SW 1, South 4, West 1.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03420" y="178308"/>
            <a:ext cx="7315200" cy="458914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11-repo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201168"/>
            <a:ext cx="7269480" cy="454342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26280" y="4790313"/>
            <a:ext cx="7269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Live console  ·  8 October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6473952"/>
            <a:ext cx="114300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528816"/>
            <a:ext cx="84124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CDN Manager  ·  Executive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528816"/>
            <a:ext cx="12344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182880"/>
            <a:ext cx="397763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F766E"/>
                </a:solidFill>
                <a:latin typeface="Calibri"/>
              </a:rPr>
              <a:t>FINANCE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384048"/>
            <a:ext cx="40233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0F172A"/>
                </a:solidFill>
                <a:latin typeface="Calibri"/>
              </a:rPr>
              <a:t>Hours close. They are not edited.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1417320"/>
            <a:ext cx="402336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 Recent ACME hours are 1.8 to 1.9 TB of body bytes.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 Beta hours in the same windows are 242.7 GB to 250.4 GB.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 Finalise closed hours locks the hour once.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 Adjust is a separate signed line. A gap flag stays on the original hour.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03420" y="178308"/>
            <a:ext cx="7315200" cy="458914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12-bil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201168"/>
            <a:ext cx="7269480" cy="454342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26280" y="4790313"/>
            <a:ext cx="7269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Live console  ·  8 October 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6473952"/>
            <a:ext cx="114300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528816"/>
            <a:ext cx="84124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CDN Manager  ·  Executive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528816"/>
            <a:ext cx="12344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182880"/>
            <a:ext cx="397763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F766E"/>
                </a:solidFill>
                <a:latin typeface="Calibri"/>
              </a:rPr>
              <a:t>PROGRAMMES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384048"/>
            <a:ext cx="40233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0F172A"/>
                </a:solidFill>
                <a:latin typeface="Calibri"/>
              </a:rPr>
              <a:t>Prime Bulletin is as-published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1417320"/>
            <a:ext cx="402336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 The label means the schedule was used, not confirmed air time.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 Average audience 0.4. Reach at one minute is 2. Peak is 2.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 As-run is used only when both actual times exist.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 This page is hidden from billing.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03420" y="178308"/>
            <a:ext cx="7315200" cy="458914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13-programm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201168"/>
            <a:ext cx="7269480" cy="454342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26280" y="4790313"/>
            <a:ext cx="7269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Live console  ·  8 October 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6473952"/>
            <a:ext cx="114300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528816"/>
            <a:ext cx="84124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CDN Manager  ·  Executive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528816"/>
            <a:ext cx="12344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182880"/>
            <a:ext cx="397763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F766E"/>
                </a:solidFill>
                <a:latin typeface="Calibri"/>
              </a:rPr>
              <a:t>FORENSICS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384048"/>
            <a:ext cx="40233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0F172A"/>
                </a:solidFill>
                <a:latin typeface="Calibri"/>
              </a:rPr>
              <a:t>Syslog is not a billing source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1417320"/>
            <a:ext cx="402336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 The screen says so: not for KPIs, not for invoices.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 It is a 14-day sample of what an edge logged.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 A certificate warning is an incident clue, not a charge.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 Identity stays on Sessions, not in a log line.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03420" y="178308"/>
            <a:ext cx="7315200" cy="458914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14-sys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201168"/>
            <a:ext cx="7269480" cy="454342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26280" y="4790313"/>
            <a:ext cx="7269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Live console  ·  8 October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6473952"/>
            <a:ext cx="114300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528816"/>
            <a:ext cx="84124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CDN Manager  ·  Executive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528816"/>
            <a:ext cx="12344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182880"/>
            <a:ext cx="397763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F766E"/>
                </a:solidFill>
                <a:latin typeface="Calibri"/>
              </a:rPr>
              <a:t>CONTROL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384048"/>
            <a:ext cx="40233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0F172A"/>
                </a:solidFill>
                <a:latin typeface="Calibri"/>
              </a:rPr>
              <a:t>The audit log is the control record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1417320"/>
            <a:ext cx="402336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 Sign-in, lookup, usage change, origin pairing, steering, and cache requests are recorded.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 NOC and the super administrator can read it.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 A webhook can tell another system that an alert opened or an hour was finalised.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 That notice does not change the hour.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03420" y="178308"/>
            <a:ext cx="7315200" cy="458914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15-aud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201168"/>
            <a:ext cx="7269480" cy="454342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26280" y="4790313"/>
            <a:ext cx="7269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Live console  ·  8 October 2026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6473952"/>
            <a:ext cx="114300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528816"/>
            <a:ext cx="84124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CDN Manager  ·  Executive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528816"/>
            <a:ext cx="12344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182880"/>
            <a:ext cx="397763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F766E"/>
                </a:solidFill>
                <a:latin typeface="Calibri"/>
              </a:rPr>
              <a:t>FRANCHISEES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384048"/>
            <a:ext cx="40233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0F172A"/>
                </a:solidFill>
                <a:latin typeface="Calibri"/>
              </a:rPr>
              <a:t>ACME and Beta do not share a profile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1417320"/>
            <a:ext cx="402336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 ACME stores device and DRM fields for 90 days. Base 125,000.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 Beta does not collect those fields. Retention is 30 days. Base 40,000.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 Both require a signed playback token. Neither has an IP allow list yet.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 Rotating the salt invalidates new session handles. Middleware must move with it.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03420" y="178308"/>
            <a:ext cx="7315200" cy="458914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16-tena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201168"/>
            <a:ext cx="7269480" cy="454342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26280" y="4790313"/>
            <a:ext cx="7269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Live console  ·  8 October 2026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6473952"/>
            <a:ext cx="114300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528816"/>
            <a:ext cx="84124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CDN Manager  ·  Executive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528816"/>
            <a:ext cx="12344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182880"/>
            <a:ext cx="397763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F766E"/>
                </a:solidFill>
                <a:latin typeface="Calibri"/>
              </a:rPr>
              <a:t>ACCESS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384048"/>
            <a:ext cx="40233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0F172A"/>
                </a:solidFill>
                <a:latin typeface="Calibri"/>
              </a:rPr>
              <a:t>Two accounts may see a subscriber 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1417320"/>
            <a:ext cx="402336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 admin and support have subscriber data read.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 noc, the ACME tenant user, and billing do not.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 Billing never sees sessions. Support never sees another franchisee.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 Only the super administrator creates accounts.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03420" y="178308"/>
            <a:ext cx="7315200" cy="458914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17-us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201168"/>
            <a:ext cx="7269480" cy="454342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26280" y="4790313"/>
            <a:ext cx="7269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Live console  ·  8 October 2026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6473952"/>
            <a:ext cx="114300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528816"/>
            <a:ext cx="84124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CDN Manager  ·  Executive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528816"/>
            <a:ext cx="12344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182880"/>
            <a:ext cx="397763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F766E"/>
                </a:solidFill>
                <a:latin typeface="Calibri"/>
              </a:rPr>
              <a:t>ENTRY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384048"/>
            <a:ext cx="40233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0F172A"/>
                </a:solidFill>
                <a:latin typeface="Calibri"/>
              </a:rPr>
              <a:t>One sign-in for every role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1417320"/>
            <a:ext cx="402336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 The menu hides pages the role cannot use.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 A failed password does not say whether the name exists.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 The session lasts eight hours unless the person signs out.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 Demo passwords are not part of this briefing.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03420" y="178308"/>
            <a:ext cx="7315200" cy="458914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1-sign-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201168"/>
            <a:ext cx="7269480" cy="454342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26280" y="4790313"/>
            <a:ext cx="7269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Live console  ·  8 October 2026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6473952"/>
            <a:ext cx="11430000" cy="9144"/>
          </a:xfrm>
          <a:prstGeom prst="rect">
            <a:avLst/>
          </a:prstGeom>
          <a:solidFill>
            <a:srgbClr val="145E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528816"/>
            <a:ext cx="84124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99F6E4"/>
                </a:solidFill>
                <a:latin typeface="Calibri"/>
              </a:rPr>
              <a:t>CDN Manager  ·  Executive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528816"/>
            <a:ext cx="12344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99F6E4"/>
                </a:solidFill>
                <a:latin typeface="Calibri"/>
              </a:rPr>
              <a:t>21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5EEAD4"/>
                </a:solidFill>
                <a:latin typeface="Calibri"/>
              </a:rPr>
              <a:t>TAKE INTO THE ROOM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1042416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E2E8F0"/>
                </a:solidFill>
                <a:latin typeface="Calibri"/>
              </a:rPr>
              <a:t>•   90% hit, 90% bandwidth saved, 5.92 Gbps peak, origins fully available, edges at 66.7%.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E2E8F0"/>
                </a:solidFill>
                <a:latin typeface="Calibri"/>
              </a:rPr>
              <a:t>•   origin-a is active. origin-b is the spare.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E2E8F0"/>
                </a:solidFill>
                <a:latin typeface="Calibri"/>
              </a:rPr>
              <a:t>•   Vijayawada is the edge that needs capacity. Bengaluru is the edge that is down.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E2E8F0"/>
                </a:solidFill>
                <a:latin typeface="Calibri"/>
              </a:rPr>
              <a:t>•   A subscriber code appears only after Resolve, and the lookup is audited.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E2E8F0"/>
                </a:solidFill>
                <a:latin typeface="Calibri"/>
              </a:rPr>
              <a:t>•   Usage hours close. They are not rewritten. Syslog does not bill.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CDN Manager — Executive presentation</dc:title>
  <dc:subject>CDN Manager console, live screenshots 8 October 2026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