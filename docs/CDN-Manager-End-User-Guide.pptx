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14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CDN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99F6E4"/>
                </a:solidFill>
                <a:latin typeface="Calibri"/>
              </a:rPr>
              <a:t>End-user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Every screen in the console, with what to do on it.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Screenshots are the live preview, 8 October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For NOC, franchisee staff, support, and billing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Sign in, then use the left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Open the address you were given and choose Sign in.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Your role and name sit under CDN Manager. The menu shows only your pages.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wrong password says “Unknown username or password.”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Choose Sign out at the bottom when you leave a shared desk. A session lasts 8 hours.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sign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START OF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Quote the tiles 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Cache hit 90%. Bandwidth saved 90%. CDN traffic 5,315.29 Mbps. Peak 5.92 Gbps.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Origin traffic 812.12 Mbps. Origin availability 100%. Edge availability 66.7%.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South is carrying 5,315.29 Mbps. Republic TV and Sun TV lead at 700.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edge-blr-01 has missed telemetry. That is why six of eight nodes are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566928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3412"/>
                </a:solidFill>
                <a:latin typeface="Calibri"/>
              </a:rPr>
              <a:t>Read CPU from the tile, 35.6%. The chart scale is set by Mbps, so the hit-ratio line sits on the axis.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Find the node, then open its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Status online means telemetry just arrived. Offline means nothing for about 45 seconds.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Disabled means the node is turned off and cannot report.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edge-blr-01 is the offline edge. The Test node is disabled on purpose.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 uses Add node. Enable and Disable are on the node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ONE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edge-hyd-01 is serving Hyderabad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page says online and nginx up.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Recent samples show CPU moving through roughly 25–55%.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Do not read CPU from the flat line on the chart. That line is flattened by the Mbps scale.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Disable stops this node from accepting telemetry.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8-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Keep a secondary origin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origin-a is primary and available. origin-b is secondary and available.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active origin is origin-a, so traffic is not redirected.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If the primary goes offline, this card names the secondary instead.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 chooses the two origins and selects Save pair. The change is audited.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Name the stream, or it stays unmapped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amber box is 10.6 GB and 56,928 requests with no channel name. Those bytes are kept.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Each row shows HLS and Live. Import can also be DASH, both, or VOD.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Fill Name and Stream UUID, then choose Import.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Retire only when the channel is finished. That UUID cannot be given a new name.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Send the viewer to the right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lab range 203.0.113.0/24 uses edge-hyd-01. Priority 1 wins over a broader rule.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ACME South uses edge-hyd-01. Beta South and network 45820 use edge-vja-01.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 picks the match, the value, the edge, and the franchisee, then Add rule.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franchisee account sees only its own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-st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BEFORE THE 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Fill a title, or purge what is stale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Busy now: Republic TV, Sun TV, 9XM, Colors, Star Sports 1.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Pre-position: pick the channel and the edge, then Request fill.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Purge: file, channel, content group, or a complete cache, on one edge or all edges.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Both requests are listed below the forms and written to Audit.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-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edge-vja-01 needs more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Current use there is 73.5% of a 1,000 Mbps link, so the row says Add capacity.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edge-hyd-01 is at 52.1% and is within plan. edge-blr-01 is at zero because it is offline.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Projected load is the 15-minute peak plus 15 percent.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Add capacity is a planning mark. It does not change the node by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-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Acknowledge means you have seen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Open alerts on Overview are the ones still in force. This list also keeps closed ones.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Major covers a missed node, disk pressure, and high bandwidth. Critical covers an origin failure or traffic above the link.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Choose Acknowledge only after someone owns the condition.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Billing accounts do not get this button.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Resolve one row, and your name is logged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Both rows are Republic TV on edge-hyd-01, 720 seconds, 228.9 MB.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registered can return a subscriber code. unresolved will not invent one.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Resolve appears only when your account has subscriber data read.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 does not have that permission. Support for another franchisee will not see the row.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-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Reports is the figure to hand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Bandwidth saved 339.1 GB. Cache hit ratio 90%. One stream is still unmapped.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Top 10 is the last six hours: peak concurrent and an estimated viewer count.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Republic TV and Sun TV are both at peak 700.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Nodes by region: Headend 2, SW 1, South 4, West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Close the hour. Do not rewrite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quantity is body bytes. On this preview, recent ACME hours are 1.8 to 1.9 TB.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Beta hours in the same windows are 242.7 GB to 250.4 GB.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Finalise closed hours locks the hour. Running it again does not double it.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Adjust needs a byte change and a reason. The original hour stays. Your name is stored with the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566928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3412"/>
                </a:solidFill>
                <a:latin typeface="Calibri"/>
              </a:rPr>
              <a:t>A gap mark means a missing sequence or a counter reset. Do not treat that hour as a clean invoice.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-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Say as-published when the clock is the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Prime Bulletin is labelled AS_PUBLISHED.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Average audience 0.4. Reach at 60 seconds is 2. Peak is 2.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Quote as-run only when both actual start and actual end are filled in.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 adds a programme with Add programme. Billing does not have this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-program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INCIDENTS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Syslog explains a fault. It does not bill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page says this store is not a source for KPIs or invoices.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Use a line to see what an edge logged, such as a certificate warning.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Lines older than 14 days are deleted.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Do not reconstruct a subscriber from a log line. Use Sessions and Resolve.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4-sys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Audit shows who did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Sign-ins, channel imports, subscriber lookups, usage changes, and cache requests land here.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resolve line names the person, not a screenshot in chat.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 and the super administrator can read this page.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Add webhook is for a system that should hear about alerts and finalised hours. Only the super administrator should submit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5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FRANCHISEES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Each tenant stores a different set of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ACME may keep device and DRM fields. Retention is 90 days. Base is 125,000.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Beta must not collect device or DRM fields. Retention is 30 days. Base is 40,000.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Require signed URL tokens is on for both. An empty IP allow list means no address restriction yet.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Rotate salt only when middleware is ready. New session handles will not match the old salt.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6-ten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Create a user for one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admin and support have subscriber data read. noc, acme, and billing do not.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Attach tenant user, support, and billing to a franchisee. Leave NOC and super administrator unscoped.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Tick subscriber data read only for people who handle subscriber cases.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This page is only on the super administrator menu.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7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9456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QUICK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Where to click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474720"/>
                <a:gridCol w="4663440"/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 need to…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See health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Overview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Everyone, scoped to the franchisee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Inspect or disable a node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Nodes, then the name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Inspect: everyone. Enable or disable: NOC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See which origin is 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Origins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Everyone. Save pair: NOC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Name an unknown stream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Channels, then Import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NOC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Place a viewer on an 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Steering, then Add rule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NOC. Franchisees can read their own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Fill or purge cache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NOC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See who needs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NOC, tenant user,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Mark an alert as seen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Alerts, then Acknowledge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Everyone except billing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Find a subscriber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Sessions, then Resolve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subscriber data read, inside that franchisee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Close or correct an hour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Billing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Finalise and Adjust: NOC and billing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Add a person or a 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Users or Tenants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Super administrator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14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CDN Manager  ·  End-user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BEFORE YOU LEAVE THE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241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Quote Overview tiles, not the chart line sitting on the axis.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An unmapped stream is a catalogue gap. The bytes are still there.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Resolve a subscriber only for a case. Your name is on the audit line.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A gap stays on the usage hour. An adjustment never rewrites it.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Syslog is for an incident. It is not an invoice.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CDN Manager — End-user guide</dc:title>
  <dc:subject>CDN Manager console, live screenshots 8 October 2026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